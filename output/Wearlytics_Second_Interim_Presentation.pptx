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Wearlytics: AI‑Powered Smart Wardrobe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S3 MCA – Second Interim Presentation</a:t>
            </a:r>
          </a:p>
          <a:p>
            <a:r>
              <a:t>Presented by: ANCHANA R P (Roll No.: 23)</a:t>
            </a:r>
          </a:p>
          <a:p>
            <a:r>
              <a:t>Guided by: Prof. Bismi K. Charleys</a:t>
            </a:r>
          </a:p>
          <a:p>
            <a:r>
              <a:t>Lourdes Matha College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Managing personal wardrobe and getting outfit recommendations is time‑consuming.</a:t>
            </a:r>
          </a:p>
          <a:p>
            <a:pPr/>
            <a:r>
              <a:t>Goal: Build an intelligent system that suggests outfits based on user preferences, occasion, and season.</a:t>
            </a:r>
          </a:p>
          <a:p>
            <a:pPr/>
            <a:r>
              <a:t>Key Contributions: End‑to‑end web app, lightweight MobileNetV2 classifier, interactive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Content‑based recommendation systems for fashion (Zhang et al., 2020).</a:t>
            </a:r>
          </a:p>
          <a:p>
            <a:pPr/>
            <a:r>
              <a:t>Deep learning image classification applied to clothing (MobileNetV2, Howard et al., 2017).</a:t>
            </a:r>
          </a:p>
          <a:p>
            <a:pPr/>
            <a:r>
              <a:t>Hybrid approaches combining visual similarity and user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Separate recommendation tabs caused fragmented user experience.</a:t>
            </a:r>
          </a:p>
          <a:p>
            <a:pPr/>
            <a:r>
              <a:t>Limited personalization; no strict enforcement of pinned items.</a:t>
            </a:r>
          </a:p>
          <a:p>
            <a:pPr/>
            <a:r>
              <a:t>UI inconsistencies across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Unified AI Stylist flow – single linear experience.</a:t>
            </a:r>
          </a:p>
          <a:p>
            <a:pPr/>
            <a:r>
              <a:t>Strict pinned‑item handling ensuring selected items appear in recommendations.</a:t>
            </a:r>
          </a:p>
          <a:p>
            <a:pPr/>
            <a:r>
              <a:t>Responsive, modern UI without external CSS frameworks.</a:t>
            </a:r>
          </a:p>
          <a:p>
            <a:pPr/>
            <a:r>
              <a:t>Extensible backend for future algorithm improvements.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HTML5, CSS3 (custom), vanilla JavaScript (responsive design).</a:t>
            </a:r>
          </a:p>
          <a:p>
            <a:pPr/>
            <a:r>
              <a:t>Backend: Python 3, Flask, SQLAlchemy, MySQL.</a:t>
            </a:r>
          </a:p>
          <a:p>
            <a:pPr/>
            <a:r>
              <a:t>Machine Learning: PyTorch, torchvision, MobileNetV2 pretrained model.</a:t>
            </a:r>
          </a:p>
          <a:p>
            <a:pPr/>
            <a:r>
              <a:t>Data processing: NumPy, OpenCV, Pillow.</a:t>
            </a:r>
          </a:p>
          <a:p>
            <a:pPr/>
            <a:r>
              <a:t>Testing: pytest.</a:t>
            </a:r>
          </a:p>
          <a:p>
            <a:pPr/>
            <a:r>
              <a:t>Presentation generation: python‑pptx, matplotlib.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/ Process Flow</a:t>
            </a:r>
          </a:p>
        </p:txBody>
      </p:sp>
      <p:pic>
        <p:nvPicPr>
          <p:cNvPr id="3" name="Picture 2" descr="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pic>
        <p:nvPicPr>
          <p:cNvPr id="3" name="Picture 2" descr="datase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MySQL relational database.</a:t>
            </a:r>
          </a:p>
          <a:p>
            <a:pPr/>
            <a:r>
              <a:t>Tables: users, user_profiles, clothing_items, preferences, recommendations, feedback.</a:t>
            </a:r>
          </a:p>
          <a:p>
            <a:pPr/>
            <a:r>
              <a:t>All UI data (wardrobe items, user selections) persisted for session continuity.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 /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Feature extraction using MobileNetV2 (pre‑trained on ImageNet).</a:t>
            </a:r>
          </a:p>
          <a:p>
            <a:pPr/>
            <a:r>
              <a:t>Fine‑tuned on custom wardrobe image dataset (6 classes).</a:t>
            </a:r>
          </a:p>
          <a:p>
            <a:pPr/>
            <a:r>
              <a:t>Similarity scoring combines visual features with user‑defined preferences (gender, body shape, occasion, season).</a:t>
            </a:r>
          </a:p>
          <a:p>
            <a:pPr/>
            <a:r>
              <a:t>Compatibility score computed from cosine similarity between item embeddings and preference vector.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UI Layer – Jinja2 templates, responsive CSS, JavaScript interactions.</a:t>
            </a:r>
          </a:p>
          <a:p>
            <a:pPr/>
            <a:r>
              <a:t>API Layer – Flask routes for preferences, item selection, styling.</a:t>
            </a:r>
          </a:p>
          <a:p>
            <a:pPr/>
            <a:r>
              <a:t>ML Service – clothing_classifier.py (model loading, inference).</a:t>
            </a:r>
          </a:p>
          <a:p>
            <a:pPr/>
            <a:r>
              <a:t>Recommendation Engine – combines pinned items, preferences, and similarity scores.</a:t>
            </a:r>
          </a:p>
          <a:p>
            <a:pPr/>
            <a:r>
              <a:t>Persistence Layer – SQLAlchemy ORM for DB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Model Performance</a:t>
            </a:r>
          </a:p>
        </p:txBody>
      </p:sp>
      <p:pic>
        <p:nvPicPr>
          <p:cNvPr id="3" name="Picture 2" descr="perf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Test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 Accuracy: 89.19% (as reported in model_evaluation.json)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Implementation – Screenshots</a:t>
            </a:r>
          </a:p>
        </p:txBody>
      </p:sp>
      <p:pic>
        <p:nvPicPr>
          <p:cNvPr id="3" name="Picture 2" descr="media_17892289879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286000" cy="1828800"/>
          </a:xfrm>
          <a:prstGeom prst="rect">
            <a:avLst/>
          </a:prstGeom>
        </p:spPr>
      </p:pic>
      <p:pic>
        <p:nvPicPr>
          <p:cNvPr id="4" name="Picture 3" descr="media_17892293566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71600"/>
            <a:ext cx="2286000" cy="1828800"/>
          </a:xfrm>
          <a:prstGeom prst="rect">
            <a:avLst/>
          </a:prstGeom>
        </p:spPr>
      </p:pic>
      <p:pic>
        <p:nvPicPr>
          <p:cNvPr id="5" name="Picture 4" descr="media_17892293566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71600"/>
            <a:ext cx="2286000" cy="1828800"/>
          </a:xfrm>
          <a:prstGeom prst="rect">
            <a:avLst/>
          </a:prstGeom>
        </p:spPr>
      </p:pic>
      <p:pic>
        <p:nvPicPr>
          <p:cNvPr id="6" name="Picture 5" descr="media_17892298818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2286000" cy="1828800"/>
          </a:xfrm>
          <a:prstGeom prst="rect">
            <a:avLst/>
          </a:prstGeom>
        </p:spPr>
      </p:pic>
      <p:pic>
        <p:nvPicPr>
          <p:cNvPr id="7" name="Picture 6" descr="media_17892298944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74720"/>
            <a:ext cx="2286000" cy="1828800"/>
          </a:xfrm>
          <a:prstGeom prst="rect">
            <a:avLst/>
          </a:prstGeom>
        </p:spPr>
      </p:pic>
      <p:pic>
        <p:nvPicPr>
          <p:cNvPr id="8" name="Picture 7" descr="media_17892335601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74720"/>
            <a:ext cx="2286000" cy="1828800"/>
          </a:xfrm>
          <a:prstGeom prst="rect">
            <a:avLst/>
          </a:prstGeom>
        </p:spPr>
      </p:pic>
      <p:pic>
        <p:nvPicPr>
          <p:cNvPr id="9" name="Picture 8" descr="media_17892784936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474720"/>
            <a:ext cx="2286000" cy="1828800"/>
          </a:xfrm>
          <a:prstGeom prst="rect">
            <a:avLst/>
          </a:prstGeom>
        </p:spPr>
      </p:pic>
      <p:pic>
        <p:nvPicPr>
          <p:cNvPr id="10" name="Picture 9" descr="media_17892817573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474720"/>
            <a:ext cx="22860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Project UI screenshots (login, dashboard, wardrobe, AI Stylist, etc.)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Unified AI Stylist provides a seamless outfit recommendation experience.</a:t>
            </a:r>
          </a:p>
          <a:p>
            <a:pPr/>
            <a:r>
              <a:t>Strict pinned‑item handling improves recommendation relevance.</a:t>
            </a:r>
          </a:p>
          <a:p>
            <a:pPr/>
            <a:r>
              <a:t>Future work: integrate more advanced recommendation algorithms, add mobile app, expand dataset, implement real‑time compatibility scoring.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Howard, A. et al. MobileNetV2: Inverted Residuals and Linear Bottlenecks, 2018.</a:t>
            </a:r>
          </a:p>
          <a:p>
            <a:pPr/>
            <a:r>
              <a:t>Zhang, Y. et al. Deep Learning for Fashion Recommendation, 2020.</a:t>
            </a:r>
          </a:p>
          <a:p>
            <a:pPr/>
            <a:r>
              <a:t>Flask Documentation, https://flask.palletsprojects.com/</a:t>
            </a:r>
          </a:p>
          <a:p>
            <a:pPr/>
            <a:r>
              <a:t>python‑pptx Documentation, https://python-pptx.readthedocs.io/</a:t>
            </a:r>
          </a:p>
          <a:p>
            <a:pPr/>
            <a:r>
              <a:t>Matplotlib Documentation, https://matplotlib.org/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