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1D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74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822960"/>
            <a:ext cx="2743200" cy="2743200"/>
          </a:xfrm>
          <a:prstGeom prst="ellipse">
            <a:avLst/>
          </a:prstGeom>
          <a:solidFill>
            <a:srgbClr val="674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2C5EF"/>
                </a:solidFill>
                <a:latin typeface="Aptos"/>
              </a:rPr>
              <a:t>S3 MCA MINI PROJECT — SECOND INTERIM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033271"/>
            <a:ext cx="960120" cy="54864"/>
          </a:xfrm>
          <a:prstGeom prst="rect">
            <a:avLst/>
          </a:prstGeom>
          <a:solidFill>
            <a:srgbClr val="674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WEARLYTICS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89611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D2C5EF"/>
                </a:solidFill>
                <a:latin typeface="Aptos"/>
              </a:rPr>
              <a:t>An AI-Powered Smart Wardrobe and
Personalized Outfit Recommendation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8823960" cy="2057400"/>
          </a:xfrm>
          <a:prstGeom prst="roundRect">
            <a:avLst/>
          </a:prstGeom>
          <a:solidFill>
            <a:srgbClr val="6749A3"/>
          </a:solidFill>
          <a:ln w="15240">
            <a:solidFill>
              <a:srgbClr val="D2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70332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ANCHANA R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09651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2C5EF"/>
                </a:solidFill>
                <a:latin typeface="Aptos"/>
              </a:rPr>
              <a:t>Roll No: 23  |  S3 MCA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535424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LOURDES MATHA COLLEGE OF
SCIENCE AND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8862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2C5EF"/>
                </a:solidFill>
                <a:latin typeface="Aptos"/>
              </a:rPr>
              <a:t>Guide:
MS. BISMI K. CHARLEYS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