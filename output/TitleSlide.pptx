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57432" y="0"/>
            <a:ext cx="731520" cy="6858000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85832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800" b="1">
                <a:solidFill>
                  <a:srgbClr val="26004D"/>
                </a:solidFill>
                <a:latin typeface="Inter"/>
              </a:defRPr>
            </a:pPr>
            <a:r>
              <a:t>WEARLYTICS</a:t>
            </a:r>
          </a:p>
          <a:p>
            <a:pPr algn="l">
              <a:spcBef>
                <a:spcPts val="1200"/>
              </a:spcBef>
              <a:defRPr sz="2800">
                <a:solidFill>
                  <a:srgbClr val="460078"/>
                </a:solidFill>
                <a:latin typeface="Inter"/>
              </a:defRPr>
            </a:pPr>
            <a:r>
              <a:t>An AI-Powered Smart Wardrobe and</a:t>
            </a:r>
            <a:br/>
            <a:r>
              <a:t>Personalized Outfit Recommendation System</a:t>
            </a:r>
          </a:p>
          <a:p>
            <a:pPr>
              <a:spcBef>
                <a:spcPts val="2400"/>
              </a:spcBef>
            </a:pPr>
          </a:p>
          <a:p>
            <a:pPr algn="l">
              <a:spcBef>
                <a:spcPts val="600"/>
              </a:spcBef>
              <a:defRPr sz="2200">
                <a:solidFill>
                  <a:srgbClr val="26004D"/>
                </a:solidFill>
                <a:latin typeface="Inter"/>
              </a:defRPr>
            </a:pPr>
            <a:r>
              <a:t>ANCHANA R P</a:t>
            </a:r>
          </a:p>
          <a:p>
            <a:pPr algn="l">
              <a:spcBef>
                <a:spcPts val="600"/>
              </a:spcBef>
              <a:defRPr sz="2200">
                <a:solidFill>
                  <a:srgbClr val="26004D"/>
                </a:solidFill>
                <a:latin typeface="Inter"/>
              </a:defRPr>
            </a:pPr>
            <a:r>
              <a:t>Roll No: 23</a:t>
            </a:r>
          </a:p>
          <a:p>
            <a:pPr algn="l">
              <a:spcBef>
                <a:spcPts val="600"/>
              </a:spcBef>
              <a:defRPr sz="2200">
                <a:solidFill>
                  <a:srgbClr val="26004D"/>
                </a:solidFill>
                <a:latin typeface="Inter"/>
              </a:defRPr>
            </a:pPr>
            <a:r>
              <a:t>S3 MCA</a:t>
            </a:r>
          </a:p>
          <a:p>
            <a:pPr algn="l">
              <a:spcBef>
                <a:spcPts val="600"/>
              </a:spcBef>
              <a:defRPr sz="2200">
                <a:solidFill>
                  <a:srgbClr val="26004D"/>
                </a:solidFill>
                <a:latin typeface="Inter"/>
              </a:defRPr>
            </a:pPr>
            <a:r>
              <a:t>LOURDES MATHA COLLEGE OF SCIENCE AND TECHNOLOGY</a:t>
            </a:r>
          </a:p>
          <a:p>
            <a:pPr algn="l">
              <a:spcBef>
                <a:spcPts val="600"/>
              </a:spcBef>
              <a:defRPr sz="2200">
                <a:solidFill>
                  <a:srgbClr val="26004D"/>
                </a:solidFill>
                <a:latin typeface="Inter"/>
              </a:defRPr>
            </a:pPr>
            <a:r>
              <a:t>Guide: MS. BISMI K. CHARLEYS</a:t>
            </a:r>
          </a:p>
          <a:p>
            <a:pPr algn="l">
              <a:spcBef>
                <a:spcPts val="600"/>
              </a:spcBef>
              <a:defRPr sz="2200">
                <a:solidFill>
                  <a:srgbClr val="26004D"/>
                </a:solidFill>
                <a:latin typeface="Inter"/>
              </a:defRPr>
            </a:pPr>
            <a:r>
              <a:t>SECOND INTERIM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